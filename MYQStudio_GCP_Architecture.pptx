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2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5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74320"/>
            <a:ext cx="1737360" cy="384048"/>
          </a:xfrm>
          <a:prstGeom prst="rect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50608" y="27432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E8"/>
                </a:solidFill>
              </a:rPr>
              <a:t>Google Cloud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MYQStudio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Deployment Architecture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560320" cy="347472"/>
          </a:xfrm>
          <a:prstGeom prst="rect">
            <a:avLst/>
          </a:prstGeom>
          <a:solidFill>
            <a:srgbClr val="1A73E8">
              <a:alpha val="15000"/>
            </a:srgbClr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3E8"/>
                </a:solidFill>
              </a:rPr>
              <a:t>Early Stage 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347472"/>
          </a:xfrm>
          <a:prstGeom prst="rect">
            <a:avLst/>
          </a:prstGeom>
          <a:solidFill>
            <a:srgbClr val="0F9D58">
              <a:alpha val="15000"/>
            </a:srgbClr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9D58"/>
                </a:solidFill>
              </a:rPr>
              <a:t>Cost-Conscious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560320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Serverless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Adarsh  |  Human Mind Skills Content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SYSTEM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8FF"/>
                </a:solidFill>
              </a:rPr>
              <a:t>7 Components · 1 Platform · Designed for scale-to-zero cost control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299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29968" cy="73152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MYQStudio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86537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822960"/>
            <a:ext cx="20299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D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41448" y="822960"/>
            <a:ext cx="2029968" cy="73152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41448" y="9601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32888" y="14813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186537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4296" y="822960"/>
            <a:ext cx="20299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B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54296" y="822960"/>
            <a:ext cx="2029968" cy="73152"/>
          </a:xfrm>
          <a:prstGeom prst="rect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54296" y="9601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14813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7448" y="186537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(Python)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67144" y="822960"/>
            <a:ext cx="20299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B44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67144" y="822960"/>
            <a:ext cx="2029968" cy="73152"/>
          </a:xfrm>
          <a:prstGeom prst="rect">
            <a:avLst/>
          </a:prstGeom>
          <a:solidFill>
            <a:srgbClr val="DB4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67144" y="9601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58584" y="14813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186537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B4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697480"/>
            <a:ext cx="20299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B44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2697480"/>
            <a:ext cx="2029968" cy="73152"/>
          </a:xfrm>
          <a:prstGeom prst="rect">
            <a:avLst/>
          </a:prstGeom>
          <a:solidFill>
            <a:srgbClr val="DB4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" y="2834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0040" y="335584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1752" y="373989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B4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Vector Search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41448" y="2697480"/>
            <a:ext cx="20299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D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441448" y="2697480"/>
            <a:ext cx="2029968" cy="73152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41448" y="2834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532888" y="335584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14600" y="373989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54296" y="2697480"/>
            <a:ext cx="20299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54296" y="2697480"/>
            <a:ext cx="202996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54296" y="2834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745736" y="335584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Job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27448" y="373989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+ Fn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</a:rPr>
              <a:t>All services on GCP — one project, one billing account, full data residency control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ARCHITECTURE DIAGRAM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How all GCP components connect and flow together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2468880" cy="4297680"/>
          </a:xfrm>
          <a:prstGeom prst="rect">
            <a:avLst/>
          </a:prstGeom>
          <a:solidFill>
            <a:srgbClr val="1A73E8">
              <a:alpha val="7000"/>
            </a:srgbClr>
          </a:solidFill>
          <a:ln w="12700">
            <a:solidFill>
              <a:srgbClr val="1A73E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667512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A73E8"/>
                </a:solidFill>
              </a:rPr>
              <a:t>EMPLOYEE ZONE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834640" y="658368"/>
            <a:ext cx="3429000" cy="4297680"/>
          </a:xfrm>
          <a:prstGeom prst="rect">
            <a:avLst/>
          </a:prstGeom>
          <a:solidFill>
            <a:srgbClr val="F4B400">
              <a:alpha val="5000"/>
            </a:srgbClr>
          </a:solidFill>
          <a:ln w="12700">
            <a:solidFill>
              <a:srgbClr val="F4B40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62072" y="667512"/>
            <a:ext cx="3374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4B400"/>
                </a:solidFill>
              </a:rPr>
              <a:t>AI / LOGIC ZONE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92240" y="658368"/>
            <a:ext cx="2468880" cy="4297680"/>
          </a:xfrm>
          <a:prstGeom prst="rect">
            <a:avLst/>
          </a:prstGeom>
          <a:solidFill>
            <a:srgbClr val="0F9D58">
              <a:alpha val="7000"/>
            </a:srgbClr>
          </a:solidFill>
          <a:ln w="12700">
            <a:solidFill>
              <a:srgbClr val="0F9D5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667512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F9D58"/>
                </a:solidFill>
              </a:rPr>
              <a:t>DATA ZONE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960120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1A73E8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960120"/>
            <a:ext cx="228600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" y="1069848"/>
            <a:ext cx="347472" cy="256032"/>
          </a:xfrm>
          <a:prstGeom prst="rect">
            <a:avLst/>
          </a:prstGeom>
          <a:solidFill>
            <a:srgbClr val="1A73E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" y="10698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MYQStudio App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1234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32588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3767328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3767328"/>
            <a:ext cx="2286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1752" y="3877056"/>
            <a:ext cx="347472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" y="38770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FBK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" y="3858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40416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Loop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413308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+ Cloud Fn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26080" y="960120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0F9D58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26080" y="960120"/>
            <a:ext cx="2286000" cy="54864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99232" y="1069848"/>
            <a:ext cx="347472" cy="256032"/>
          </a:xfrm>
          <a:prstGeom prst="rect">
            <a:avLst/>
          </a:prstGeom>
          <a:solidFill>
            <a:srgbClr val="0F9D5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99232" y="10698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1568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01568" y="1234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17520" y="132588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26080" y="2057400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F4B40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926080" y="2057400"/>
            <a:ext cx="2286000" cy="54864"/>
          </a:xfrm>
          <a:prstGeom prst="rect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99232" y="2167128"/>
            <a:ext cx="347472" cy="256032"/>
          </a:xfrm>
          <a:prstGeom prst="rect">
            <a:avLst/>
          </a:prstGeom>
          <a:solidFill>
            <a:srgbClr val="F4B4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99232" y="21671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01568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Engine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01568" y="2331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30 / 20 Scoring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17520" y="242316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(Python)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26080" y="3127248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926080" y="3127248"/>
            <a:ext cx="2286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999232" y="3236976"/>
            <a:ext cx="347472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999232" y="323697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JOB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01568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Job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401568" y="34015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017520" y="349300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+ Fn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83680" y="960120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DB4437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83680" y="960120"/>
            <a:ext cx="2286000" cy="54864"/>
          </a:xfrm>
          <a:prstGeom prst="rect">
            <a:avLst/>
          </a:prstGeom>
          <a:solidFill>
            <a:srgbClr val="DB4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656832" y="1069848"/>
            <a:ext cx="347472" cy="256032"/>
          </a:xfrm>
          <a:prstGeom prst="rect">
            <a:avLst/>
          </a:prstGeom>
          <a:solidFill>
            <a:srgbClr val="DB443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56832" y="10698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EMB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59168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59168" y="1234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675120" y="132588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B4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0" y="2057400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DB4437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83680" y="2057400"/>
            <a:ext cx="2286000" cy="54864"/>
          </a:xfrm>
          <a:prstGeom prst="rect">
            <a:avLst/>
          </a:prstGeom>
          <a:solidFill>
            <a:srgbClr val="DB4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656832" y="2167128"/>
            <a:ext cx="347472" cy="256032"/>
          </a:xfrm>
          <a:prstGeom prst="rect">
            <a:avLst/>
          </a:prstGeom>
          <a:solidFill>
            <a:srgbClr val="DB443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656832" y="21671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VEC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59168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059168" y="2331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75120" y="242316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B4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Vector Search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583680" y="3127248"/>
            <a:ext cx="2286000" cy="566928"/>
          </a:xfrm>
          <a:prstGeom prst="rect">
            <a:avLst/>
          </a:prstGeom>
          <a:solidFill>
            <a:srgbClr val="1E2530"/>
          </a:solidFill>
          <a:ln w="19050">
            <a:solidFill>
              <a:srgbClr val="0F9D58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583680" y="3127248"/>
            <a:ext cx="2286000" cy="54864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656832" y="3236976"/>
            <a:ext cx="347472" cy="256032"/>
          </a:xfrm>
          <a:prstGeom prst="rect">
            <a:avLst/>
          </a:prstGeom>
          <a:solidFill>
            <a:srgbClr val="0F9D5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656832" y="323697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DB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059168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059168" y="34015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+ Content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675120" y="349300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514600" y="1243584"/>
            <a:ext cx="411480" cy="0"/>
          </a:xfrm>
          <a:prstGeom prst="line">
            <a:avLst/>
          </a:prstGeom>
          <a:noFill/>
          <a:ln w="15240">
            <a:solidFill>
              <a:srgbClr val="1A73E8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171700" y="1088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HTTP request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069080" y="1527048"/>
            <a:ext cx="0" cy="530352"/>
          </a:xfrm>
          <a:prstGeom prst="line">
            <a:avLst/>
          </a:prstGeom>
          <a:noFill/>
          <a:ln w="15240">
            <a:solidFill>
              <a:srgbClr val="0F9D58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520440" y="1636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score request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1243584"/>
            <a:ext cx="1371600" cy="2167128"/>
          </a:xfrm>
          <a:prstGeom prst="line">
            <a:avLst/>
          </a:prstGeom>
          <a:noFill/>
          <a:ln w="15240">
            <a:solidFill>
              <a:srgbClr val="0F9D58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349240" y="21717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fetch cache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212080" y="2340864"/>
            <a:ext cx="1371600" cy="0"/>
          </a:xfrm>
          <a:prstGeom prst="line">
            <a:avLst/>
          </a:prstGeom>
          <a:noFill/>
          <a:ln w="15240">
            <a:solidFill>
              <a:srgbClr val="F4B400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340096" y="238539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similarity search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212080" y="2468880"/>
            <a:ext cx="1371600" cy="749808"/>
          </a:xfrm>
          <a:prstGeom prst="line">
            <a:avLst/>
          </a:prstGeom>
          <a:noFill/>
          <a:ln w="15240">
            <a:solidFill>
              <a:srgbClr val="F4B400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726680" y="1527048"/>
            <a:ext cx="0" cy="530352"/>
          </a:xfrm>
          <a:prstGeom prst="line">
            <a:avLst/>
          </a:prstGeom>
          <a:noFill/>
          <a:ln w="15240">
            <a:solidFill>
              <a:srgbClr val="DB4437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178040" y="1636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store vectors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926080" y="3410712"/>
            <a:ext cx="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372868" y="2862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trigger batch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212080" y="3410712"/>
            <a:ext cx="137160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349240" y="3255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write cache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371600" y="1527048"/>
            <a:ext cx="0" cy="2240280"/>
          </a:xfrm>
          <a:prstGeom prst="line">
            <a:avLst/>
          </a:prstGeom>
          <a:noFill/>
          <a:ln w="15240">
            <a:solidFill>
              <a:srgbClr val="7C3AED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22960" y="24917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user signals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514600" y="4050792"/>
            <a:ext cx="41148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171700" y="38953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feeds loop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412480" y="1527048"/>
            <a:ext cx="0" cy="1600200"/>
          </a:xfrm>
          <a:prstGeom prst="line">
            <a:avLst/>
          </a:prstGeom>
          <a:noFill/>
          <a:ln w="15240">
            <a:solidFill>
              <a:srgbClr val="DB4437"/>
            </a:solidFill>
            <a:prstDash val="sysDot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53212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36E7B"/>
                </a:solidFill>
              </a:rPr>
              <a:t>read profiles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TWO-MODE TRIGGER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Speed + Freshness — without paying for both at once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4160520"/>
          </a:xfrm>
          <a:prstGeom prst="rect">
            <a:avLst/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🌙  MODE 1: NIGHTLY PRE-COMPUTE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triggers at midnight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91109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 calls Rec 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45059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4048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reads all 1,000 employee profiles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28986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Vector Store → top-K similar content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43814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33924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50/30/20 scoring formula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ranked list back to Firestore cache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480560"/>
            <a:ext cx="402336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480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⚡ Result: Instant load for 1,000 employees each morning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777240"/>
            <a:ext cx="4023360" cy="4160520"/>
          </a:xfrm>
          <a:prstGeom prst="rect">
            <a:avLst/>
          </a:prstGeom>
          <a:solidFill>
            <a:srgbClr val="161B22"/>
          </a:solidFill>
          <a:ln w="254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777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MODE 2: ON-DEMAND REFRESH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1463040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21808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completes onboarding quiz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1956816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21808" y="191109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Cached recs are stale / user refreshes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2450592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21808" y="24048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API Gateway → Cloud Run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2944368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21808" y="28986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Engine runs full scoring in real time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438144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8348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21808" y="33924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fresh ranked results to employee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83480" y="3931920"/>
            <a:ext cx="256032" cy="25603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8348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21808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cached in Firestore for next visit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480560"/>
            <a:ext cx="4023360" cy="347472"/>
          </a:xfrm>
          <a:prstGeom prst="rect">
            <a:avLst/>
          </a:prstGeom>
          <a:solidFill>
            <a:srgbClr val="1A73E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4480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🔄 Triggered only when needed — no idle AI compute cost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DATA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F0DC"/>
                </a:solidFill>
              </a:rPr>
              <a:t>Three key journeys through the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834640" cy="42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731520"/>
            <a:ext cx="2834640" cy="5029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Employee Onboarding (Cold Start)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353312"/>
            <a:ext cx="274320" cy="274320"/>
          </a:xfrm>
          <a:prstGeom prst="ellipse">
            <a:avLst/>
          </a:prstGeom>
          <a:solidFill>
            <a:srgbClr val="1A73E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316736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completes onboarding quiz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" y="1627632"/>
            <a:ext cx="0" cy="384048"/>
          </a:xfrm>
          <a:prstGeom prst="line">
            <a:avLst/>
          </a:prstGeom>
          <a:noFill/>
          <a:ln w="12700">
            <a:solidFill>
              <a:srgbClr val="1A73E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" y="2011680"/>
            <a:ext cx="274320" cy="274320"/>
          </a:xfrm>
          <a:prstGeom prst="ellipse">
            <a:avLst/>
          </a:prstGeom>
          <a:solidFill>
            <a:srgbClr val="1A73E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1975104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captured: free text + category picks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" y="2286000"/>
            <a:ext cx="0" cy="384048"/>
          </a:xfrm>
          <a:prstGeom prst="line">
            <a:avLst/>
          </a:prstGeom>
          <a:noFill/>
          <a:ln w="12700">
            <a:solidFill>
              <a:srgbClr val="1A73E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" y="2670048"/>
            <a:ext cx="274320" cy="274320"/>
          </a:xfrm>
          <a:prstGeom prst="ellipse">
            <a:avLst/>
          </a:prstGeom>
          <a:solidFill>
            <a:srgbClr val="1A73E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63347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generates embedding vector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" y="2944368"/>
            <a:ext cx="0" cy="384048"/>
          </a:xfrm>
          <a:prstGeom prst="line">
            <a:avLst/>
          </a:prstGeom>
          <a:noFill/>
          <a:ln w="12700">
            <a:solidFill>
              <a:srgbClr val="1A73E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" y="3328416"/>
            <a:ext cx="274320" cy="274320"/>
          </a:xfrm>
          <a:prstGeom prst="ellipse">
            <a:avLst/>
          </a:prstGeom>
          <a:solidFill>
            <a:srgbClr val="1A73E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stored in Firestore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2336" y="3602736"/>
            <a:ext cx="0" cy="384048"/>
          </a:xfrm>
          <a:prstGeom prst="line">
            <a:avLst/>
          </a:prstGeom>
          <a:noFill/>
          <a:ln w="12700">
            <a:solidFill>
              <a:srgbClr val="1A73E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2608" y="3986784"/>
            <a:ext cx="274320" cy="274320"/>
          </a:xfrm>
          <a:prstGeom prst="ellipse">
            <a:avLst/>
          </a:prstGeom>
          <a:solidFill>
            <a:srgbClr val="1A73E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rec computed &amp; cached immediately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72968" y="731520"/>
            <a:ext cx="2834640" cy="42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D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72968" y="731520"/>
            <a:ext cx="2834640" cy="50292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64408" y="731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 Content Ingestion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82696" y="1353312"/>
            <a:ext cx="274320" cy="274320"/>
          </a:xfrm>
          <a:prstGeom prst="ellipse">
            <a:avLst/>
          </a:prstGeom>
          <a:solidFill>
            <a:srgbClr val="0F9D5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82696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30168" y="1316736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content added to platform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92424" y="1627632"/>
            <a:ext cx="0" cy="384048"/>
          </a:xfrm>
          <a:prstGeom prst="line">
            <a:avLst/>
          </a:prstGeom>
          <a:noFill/>
          <a:ln w="12700">
            <a:solidFill>
              <a:srgbClr val="0F9D5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82696" y="2011680"/>
            <a:ext cx="274320" cy="274320"/>
          </a:xfrm>
          <a:prstGeom prst="ellipse">
            <a:avLst/>
          </a:prstGeom>
          <a:solidFill>
            <a:srgbClr val="0F9D5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82696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30168" y="1975104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text sent to Vertex AI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92424" y="2286000"/>
            <a:ext cx="0" cy="384048"/>
          </a:xfrm>
          <a:prstGeom prst="line">
            <a:avLst/>
          </a:prstGeom>
          <a:noFill/>
          <a:ln w="12700">
            <a:solidFill>
              <a:srgbClr val="0F9D5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82696" y="2670048"/>
            <a:ext cx="274320" cy="274320"/>
          </a:xfrm>
          <a:prstGeom prst="ellipse">
            <a:avLst/>
          </a:prstGeom>
          <a:solidFill>
            <a:srgbClr val="0F9D5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82696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30168" y="263347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generated &amp; stored in Vector Search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92424" y="2944368"/>
            <a:ext cx="0" cy="384048"/>
          </a:xfrm>
          <a:prstGeom prst="line">
            <a:avLst/>
          </a:prstGeom>
          <a:noFill/>
          <a:ln w="12700">
            <a:solidFill>
              <a:srgbClr val="0F9D5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82696" y="3328416"/>
            <a:ext cx="274320" cy="274320"/>
          </a:xfrm>
          <a:prstGeom prst="ellipse">
            <a:avLst/>
          </a:prstGeom>
          <a:solidFill>
            <a:srgbClr val="0F9D5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82696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30168" y="3291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record saved in Firestore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392424" y="3602736"/>
            <a:ext cx="0" cy="384048"/>
          </a:xfrm>
          <a:prstGeom prst="line">
            <a:avLst/>
          </a:prstGeom>
          <a:noFill/>
          <a:ln w="12700">
            <a:solidFill>
              <a:srgbClr val="0F9D58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82696" y="3986784"/>
            <a:ext cx="274320" cy="274320"/>
          </a:xfrm>
          <a:prstGeom prst="ellipse">
            <a:avLst/>
          </a:prstGeom>
          <a:solidFill>
            <a:srgbClr val="0F9D5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8269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30168" y="3950208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 picks it up automatically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63056" y="731520"/>
            <a:ext cx="2834640" cy="42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63056" y="731520"/>
            <a:ext cx="283464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54496" y="731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Daily Usage Loop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72784" y="1353312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72784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20256" y="1316736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opens app → check Firestore cache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82512" y="1627632"/>
            <a:ext cx="0" cy="384048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72784" y="2011680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72784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20256" y="1975104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fresh → return instantly (no AI called)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82512" y="2286000"/>
            <a:ext cx="0" cy="384048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272784" y="2670048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27278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20256" y="263347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interacts: thumbs, saves, shares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82512" y="2944368"/>
            <a:ext cx="0" cy="384048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272784" y="3328416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272784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20256" y="3291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written to Firestore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82512" y="3602736"/>
            <a:ext cx="0" cy="384048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272784" y="3986784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272784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620256" y="3950208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 reads signals → updates recs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STATE CONTROL  &amp;  COST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How We Maintain Control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548640"/>
          </a:xfrm>
          <a:prstGeom prst="rect">
            <a:avLst/>
          </a:prstGeom>
          <a:solidFill>
            <a:srgbClr val="F4B400">
              <a:alpha val="1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1673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stored as readable Firestore records — inspectable &amp; auditable any 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4114800" cy="548640"/>
          </a:xfrm>
          <a:prstGeom prst="rect">
            <a:avLst/>
          </a:prstGeom>
          <a:solidFill>
            <a:srgbClr val="F4B400">
              <a:alpha val="1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97510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9842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 is explicit code: 50% semantic + 30% interest + 20% seniority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96896"/>
            <a:ext cx="4114800" cy="548640"/>
          </a:xfrm>
          <a:prstGeom prst="rect">
            <a:avLst/>
          </a:prstGeom>
          <a:solidFill>
            <a:srgbClr val="F4B400">
              <a:alpha val="1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6426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pin, flag, or exclude content via direct Firestore edits — no retraining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55264"/>
            <a:ext cx="4114800" cy="548640"/>
          </a:xfrm>
          <a:prstGeom prst="rect">
            <a:avLst/>
          </a:prstGeom>
          <a:solidFill>
            <a:srgbClr val="F4B400">
              <a:alpha val="1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291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3009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logs what it computed and why — full audit trail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913632"/>
            <a:ext cx="4114800" cy="548640"/>
          </a:xfrm>
          <a:prstGeom prst="rect">
            <a:avLst/>
          </a:prstGeom>
          <a:solidFill>
            <a:srgbClr val="F4B400">
              <a:alpha val="1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9502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9593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data leaves GCP — embeddings and profiles stay within one project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731520"/>
            <a:ext cx="0" cy="420624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Monthly Cost Estimate (1K users)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280160"/>
            <a:ext cx="32918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1280160"/>
            <a:ext cx="54864" cy="4572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13167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E8"/>
                </a:solidFill>
              </a:rPr>
              <a:t>Free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1810512"/>
            <a:ext cx="32918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1810512"/>
            <a:ext cx="54864" cy="45720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18470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(API)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1847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9D58"/>
                </a:solidFill>
              </a:rPr>
              <a:t>$2 – $5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340864"/>
            <a:ext cx="32918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2340864"/>
            <a:ext cx="54864" cy="45720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23774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23774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9D58"/>
                </a:solidFill>
              </a:rPr>
              <a:t>Free tier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871216"/>
            <a:ext cx="32918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2871216"/>
            <a:ext cx="54864" cy="457200"/>
          </a:xfrm>
          <a:prstGeom prst="rect">
            <a:avLst/>
          </a:prstGeom>
          <a:solidFill>
            <a:srgbClr val="DB4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9472" y="2907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Embeddings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29077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4437"/>
                </a:solidFill>
              </a:rPr>
              <a:t>&lt; $1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401568"/>
            <a:ext cx="32918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00600" y="3401568"/>
            <a:ext cx="54864" cy="457200"/>
          </a:xfrm>
          <a:prstGeom prst="rect">
            <a:avLst/>
          </a:prstGeom>
          <a:solidFill>
            <a:srgbClr val="DB4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19472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Vector Search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0" y="34381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4437"/>
                </a:solidFill>
              </a:rPr>
              <a:t>$5 – $10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931920"/>
            <a:ext cx="32918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3931920"/>
            <a:ext cx="54864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19472" y="39684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Scheduler/Fn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39684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</a:rPr>
              <a:t>&lt; $1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4480560"/>
            <a:ext cx="3291840" cy="411480"/>
          </a:xfrm>
          <a:prstGeom prst="rect">
            <a:avLst/>
          </a:prstGeom>
          <a:solidFill>
            <a:srgbClr val="0F9D58">
              <a:alpha val="20000"/>
            </a:srgbClr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58"/>
                </a:solidFill>
              </a:rPr>
              <a:t>Total Estimate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75120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9D58"/>
                </a:solidFill>
              </a:rPr>
              <a:t>$8 – $17 / month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HOW IT CONNECTS TO THE APP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API endpoints — the app never talks directly to Vertex AI or the Vector Store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D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64008" cy="109728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85800" cy="292608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/recommendations/{employeeId}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3533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9D58"/>
                </a:solidFill>
              </a:rPr>
              <a:t>Every time employee opens the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call on every app load. Returns the pre-cached ranked content list from Firestore. Fast — no AI computation at request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85953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64008" cy="109728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685800" cy="29260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58775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/feedback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5877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73E8"/>
                </a:solidFill>
              </a:rPr>
              <a:t>When employee interacts with content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900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engagement signals from the app: thumbs up/down, saves, shares. Written to Firestore for the nightly feedback loop.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64008" cy="10972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68580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8221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/onboard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38221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C3AED"/>
                </a:solidFill>
              </a:rPr>
              <a:t>Once, on first-time setup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after onboarding quiz. Triggers on-demand recommendation computation for the new employee. Cold start solved.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BUILD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6 phases from data setup to live integration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8892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788920" cy="5029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896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PHASE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417320"/>
            <a:ext cx="2569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901952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Firestore schema, seed 1,000 employee records and 169 content items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78892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788920" cy="50292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82696" y="896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PHASE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82696" y="1417320"/>
            <a:ext cx="2569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Embeddings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82696" y="1901952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Rec Engine on Cloud Run, wire up Vertex AI text-embedding-gecko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822960"/>
            <a:ext cx="278892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DB4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17336" y="822960"/>
            <a:ext cx="2788920" cy="502920"/>
          </a:xfrm>
          <a:prstGeom prst="rect">
            <a:avLst/>
          </a:prstGeom>
          <a:solidFill>
            <a:srgbClr val="DB4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896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PHASE 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27064" y="1417320"/>
            <a:ext cx="2569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27064" y="1901952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Vertex AI Vector Search index, test cosine similarity queries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852928"/>
            <a:ext cx="278892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2852928"/>
            <a:ext cx="27889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PHASE 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" y="3447288"/>
            <a:ext cx="2569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Job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" y="3931920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Cloud Scheduler + Cloud Function pipeline for pre-compute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72968" y="2852928"/>
            <a:ext cx="278892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2968" y="2852928"/>
            <a:ext cx="2788920" cy="502920"/>
          </a:xfrm>
          <a:prstGeom prst="rect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82696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PHASE 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82696" y="3447288"/>
            <a:ext cx="2569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82696" y="3931920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signal capture endpoint, connect to nightly scoring update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17336" y="2852928"/>
            <a:ext cx="278892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17336" y="2852928"/>
            <a:ext cx="2788920" cy="50292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7064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PHASE 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27064" y="3447288"/>
            <a:ext cx="2569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Integration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27064" y="3931920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MYQStudio frontend via 3 API Gateway endpoints on Cloud Run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73E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F9D5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920240" cy="1554480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A73E8"/>
                </a:solidFill>
              </a:rPr>
              <a:t>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GCP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2286000"/>
            <a:ext cx="1920240" cy="1554480"/>
          </a:xfrm>
          <a:prstGeom prst="rect">
            <a:avLst/>
          </a:prstGeom>
          <a:solidFill>
            <a:srgbClr val="0F9D58">
              <a:alpha val="12000"/>
            </a:srgbClr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2377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F9D58"/>
                </a:solidFill>
              </a:rPr>
              <a:t>Monthly Cost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127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$8–17 / month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1920240" cy="1554480"/>
          </a:xfrm>
          <a:prstGeom prst="rect">
            <a:avLst/>
          </a:prstGeom>
          <a:solidFill>
            <a:srgbClr val="F4B400">
              <a:alpha val="12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377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B400"/>
                </a:solidFill>
              </a:rPr>
              <a:t>Scale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127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employees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2286000"/>
            <a:ext cx="1920240" cy="1554480"/>
          </a:xfrm>
          <a:prstGeom prst="rect">
            <a:avLst/>
          </a:prstGeom>
          <a:solidFill>
            <a:srgbClr val="DB4437">
              <a:alpha val="12000"/>
            </a:srgbClr>
          </a:solidFill>
          <a:ln w="12700">
            <a:solidFill>
              <a:srgbClr val="DB44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2377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DB4437"/>
                </a:solidFill>
              </a:rPr>
              <a:t>Control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31272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Prepared by Adarsh  ·  MYQStudio  ·  Concept Stage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870</Words>
  <Application>Microsoft Macintosh PowerPoint</Application>
  <PresentationFormat>On-screen Show (16:9)</PresentationFormat>
  <Paragraphs>229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MYQStudio GCP Architecture</dc:title>
  <dc:subject>PptxGenJS Presentation</dc:subject>
  <dc:creator>Adarsh</dc:creator>
  <cp:lastModifiedBy>Singh, Adarsh Kumar</cp:lastModifiedBy>
  <cp:revision>2</cp:revision>
  <dcterms:created xsi:type="dcterms:W3CDTF">2026-04-01T20:42:19Z</dcterms:created>
  <dcterms:modified xsi:type="dcterms:W3CDTF">2026-04-01T20:46:22Z</dcterms:modified>
</cp:coreProperties>
</file>